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41E985-5910-47F6-816D-B87DF72E4290}" type="doc">
      <dgm:prSet loTypeId="urn:microsoft.com/office/officeart/2005/8/layout/process2" loCatId="process" qsTypeId="urn:microsoft.com/office/officeart/2005/8/quickstyle/3d1" qsCatId="3D" csTypeId="urn:microsoft.com/office/officeart/2005/8/colors/colorful1" csCatId="colorful" phldr="1"/>
      <dgm:spPr/>
    </dgm:pt>
    <dgm:pt modelId="{82620BE3-C3B0-47F3-8B35-37041AAF2461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EAC85144-5540-488E-BFF5-8B2ADBC76B66}" type="parTrans" cxnId="{136CC916-03B8-4C26-810C-3DDA57EA8843}">
      <dgm:prSet/>
      <dgm:spPr/>
      <dgm:t>
        <a:bodyPr/>
        <a:lstStyle/>
        <a:p>
          <a:endParaRPr lang="en-IN"/>
        </a:p>
      </dgm:t>
    </dgm:pt>
    <dgm:pt modelId="{7EFD851E-67E9-4F2B-98C5-E91BA5DB1069}" type="sibTrans" cxnId="{136CC916-03B8-4C26-810C-3DDA57EA8843}">
      <dgm:prSet/>
      <dgm:spPr/>
      <dgm:t>
        <a:bodyPr/>
        <a:lstStyle/>
        <a:p>
          <a:endParaRPr lang="en-IN"/>
        </a:p>
      </dgm:t>
    </dgm:pt>
    <dgm:pt modelId="{F7634697-4B45-488E-9147-51C5A8327E07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D2892367-5AD1-4B7D-802E-6F3A144C0F5D}" type="parTrans" cxnId="{842AC43D-CD04-4F38-9C02-EBCE368F4B22}">
      <dgm:prSet/>
      <dgm:spPr/>
      <dgm:t>
        <a:bodyPr/>
        <a:lstStyle/>
        <a:p>
          <a:endParaRPr lang="en-IN"/>
        </a:p>
      </dgm:t>
    </dgm:pt>
    <dgm:pt modelId="{4775EC50-A784-4506-9C94-1303927C1C50}" type="sibTrans" cxnId="{842AC43D-CD04-4F38-9C02-EBCE368F4B22}">
      <dgm:prSet/>
      <dgm:spPr/>
      <dgm:t>
        <a:bodyPr/>
        <a:lstStyle/>
        <a:p>
          <a:endParaRPr lang="en-IN"/>
        </a:p>
      </dgm:t>
    </dgm:pt>
    <dgm:pt modelId="{51E5FF59-6B13-477D-B83D-B400AB281354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631BD7C1-FC9C-4992-AD9D-2C664EB45AC0}" type="parTrans" cxnId="{FA46020F-4432-46E8-BD03-1D3FFA07D733}">
      <dgm:prSet/>
      <dgm:spPr/>
      <dgm:t>
        <a:bodyPr/>
        <a:lstStyle/>
        <a:p>
          <a:endParaRPr lang="en-IN"/>
        </a:p>
      </dgm:t>
    </dgm:pt>
    <dgm:pt modelId="{484F32A7-EF80-4D58-AF16-5647DD4E6D84}" type="sibTrans" cxnId="{FA46020F-4432-46E8-BD03-1D3FFA07D733}">
      <dgm:prSet/>
      <dgm:spPr/>
      <dgm:t>
        <a:bodyPr/>
        <a:lstStyle/>
        <a:p>
          <a:endParaRPr lang="en-IN"/>
        </a:p>
      </dgm:t>
    </dgm:pt>
    <dgm:pt modelId="{797C5FFB-F998-43A9-855B-3364A5D3C817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0B64440C-AB7C-4F99-B3D7-D01EAD9AE7AB}" type="parTrans" cxnId="{204A853D-CEF8-4EF8-88EF-E3504DFCF948}">
      <dgm:prSet/>
      <dgm:spPr/>
      <dgm:t>
        <a:bodyPr/>
        <a:lstStyle/>
        <a:p>
          <a:endParaRPr lang="en-IN"/>
        </a:p>
      </dgm:t>
    </dgm:pt>
    <dgm:pt modelId="{DB0825F2-06DF-4D05-8919-3AF6BC09027A}" type="sibTrans" cxnId="{204A853D-CEF8-4EF8-88EF-E3504DFCF948}">
      <dgm:prSet/>
      <dgm:spPr/>
      <dgm:t>
        <a:bodyPr/>
        <a:lstStyle/>
        <a:p>
          <a:endParaRPr lang="en-IN"/>
        </a:p>
      </dgm:t>
    </dgm:pt>
    <dgm:pt modelId="{F5226628-50A9-46E5-87ED-4C1F505711B5}" type="pres">
      <dgm:prSet presAssocID="{7D41E985-5910-47F6-816D-B87DF72E4290}" presName="linearFlow" presStyleCnt="0">
        <dgm:presLayoutVars>
          <dgm:resizeHandles val="exact"/>
        </dgm:presLayoutVars>
      </dgm:prSet>
      <dgm:spPr/>
    </dgm:pt>
    <dgm:pt modelId="{1DEC23D7-35F7-40D6-8323-1987ADA5B9F6}" type="pres">
      <dgm:prSet presAssocID="{82620BE3-C3B0-47F3-8B35-37041AAF2461}" presName="node" presStyleLbl="node1" presStyleIdx="0" presStyleCnt="4">
        <dgm:presLayoutVars>
          <dgm:bulletEnabled val="1"/>
        </dgm:presLayoutVars>
      </dgm:prSet>
      <dgm:spPr/>
    </dgm:pt>
    <dgm:pt modelId="{695F0A32-B390-4EC8-B6C3-91DCE6BAB6BE}" type="pres">
      <dgm:prSet presAssocID="{7EFD851E-67E9-4F2B-98C5-E91BA5DB1069}" presName="sibTrans" presStyleLbl="sibTrans2D1" presStyleIdx="0" presStyleCnt="3"/>
      <dgm:spPr/>
    </dgm:pt>
    <dgm:pt modelId="{78F2DDB9-68B9-452E-AD23-C8A3B79E8302}" type="pres">
      <dgm:prSet presAssocID="{7EFD851E-67E9-4F2B-98C5-E91BA5DB1069}" presName="connectorText" presStyleLbl="sibTrans2D1" presStyleIdx="0" presStyleCnt="3"/>
      <dgm:spPr/>
    </dgm:pt>
    <dgm:pt modelId="{9C18B2E4-6AB6-4F6D-9936-DAFDCB4FE1D4}" type="pres">
      <dgm:prSet presAssocID="{F7634697-4B45-488E-9147-51C5A8327E07}" presName="node" presStyleLbl="node1" presStyleIdx="1" presStyleCnt="4">
        <dgm:presLayoutVars>
          <dgm:bulletEnabled val="1"/>
        </dgm:presLayoutVars>
      </dgm:prSet>
      <dgm:spPr/>
    </dgm:pt>
    <dgm:pt modelId="{8252D1A7-D8A4-4FCA-BDD5-3CC8A53FDEDB}" type="pres">
      <dgm:prSet presAssocID="{4775EC50-A784-4506-9C94-1303927C1C50}" presName="sibTrans" presStyleLbl="sibTrans2D1" presStyleIdx="1" presStyleCnt="3"/>
      <dgm:spPr/>
    </dgm:pt>
    <dgm:pt modelId="{7529973E-7047-4D65-AFA8-7E07D9E8F42D}" type="pres">
      <dgm:prSet presAssocID="{4775EC50-A784-4506-9C94-1303927C1C50}" presName="connectorText" presStyleLbl="sibTrans2D1" presStyleIdx="1" presStyleCnt="3"/>
      <dgm:spPr/>
    </dgm:pt>
    <dgm:pt modelId="{D55CB519-2E29-427C-9E20-A8C08FAB0728}" type="pres">
      <dgm:prSet presAssocID="{51E5FF59-6B13-477D-B83D-B400AB281354}" presName="node" presStyleLbl="node1" presStyleIdx="2" presStyleCnt="4">
        <dgm:presLayoutVars>
          <dgm:bulletEnabled val="1"/>
        </dgm:presLayoutVars>
      </dgm:prSet>
      <dgm:spPr/>
    </dgm:pt>
    <dgm:pt modelId="{F9940C8B-2138-4EC1-998C-00C8BCE91CE3}" type="pres">
      <dgm:prSet presAssocID="{484F32A7-EF80-4D58-AF16-5647DD4E6D84}" presName="sibTrans" presStyleLbl="sibTrans2D1" presStyleIdx="2" presStyleCnt="3"/>
      <dgm:spPr/>
    </dgm:pt>
    <dgm:pt modelId="{08122F0E-284A-416D-8759-80913B919A7D}" type="pres">
      <dgm:prSet presAssocID="{484F32A7-EF80-4D58-AF16-5647DD4E6D84}" presName="connectorText" presStyleLbl="sibTrans2D1" presStyleIdx="2" presStyleCnt="3"/>
      <dgm:spPr/>
    </dgm:pt>
    <dgm:pt modelId="{FD51746B-2C20-433E-8325-06DB8229A248}" type="pres">
      <dgm:prSet presAssocID="{797C5FFB-F998-43A9-855B-3364A5D3C817}" presName="node" presStyleLbl="node1" presStyleIdx="3" presStyleCnt="4">
        <dgm:presLayoutVars>
          <dgm:bulletEnabled val="1"/>
        </dgm:presLayoutVars>
      </dgm:prSet>
      <dgm:spPr/>
    </dgm:pt>
  </dgm:ptLst>
  <dgm:cxnLst>
    <dgm:cxn modelId="{896DE301-13C2-4532-89B9-371647A0427C}" type="presOf" srcId="{4775EC50-A784-4506-9C94-1303927C1C50}" destId="{7529973E-7047-4D65-AFA8-7E07D9E8F42D}" srcOrd="1" destOrd="0" presId="urn:microsoft.com/office/officeart/2005/8/layout/process2"/>
    <dgm:cxn modelId="{418534B9-F8C9-47ED-9369-350C9B2DFD9E}" type="presOf" srcId="{F7634697-4B45-488E-9147-51C5A8327E07}" destId="{9C18B2E4-6AB6-4F6D-9936-DAFDCB4FE1D4}" srcOrd="0" destOrd="0" presId="urn:microsoft.com/office/officeart/2005/8/layout/process2"/>
    <dgm:cxn modelId="{204A853D-CEF8-4EF8-88EF-E3504DFCF948}" srcId="{7D41E985-5910-47F6-816D-B87DF72E4290}" destId="{797C5FFB-F998-43A9-855B-3364A5D3C817}" srcOrd="3" destOrd="0" parTransId="{0B64440C-AB7C-4F99-B3D7-D01EAD9AE7AB}" sibTransId="{DB0825F2-06DF-4D05-8919-3AF6BC09027A}"/>
    <dgm:cxn modelId="{D2024208-BE06-4445-AD00-C8B56FF455D0}" type="presOf" srcId="{484F32A7-EF80-4D58-AF16-5647DD4E6D84}" destId="{F9940C8B-2138-4EC1-998C-00C8BCE91CE3}" srcOrd="0" destOrd="0" presId="urn:microsoft.com/office/officeart/2005/8/layout/process2"/>
    <dgm:cxn modelId="{D348D9FD-BFF8-4D57-BE1F-A882D1696888}" type="presOf" srcId="{7D41E985-5910-47F6-816D-B87DF72E4290}" destId="{F5226628-50A9-46E5-87ED-4C1F505711B5}" srcOrd="0" destOrd="0" presId="urn:microsoft.com/office/officeart/2005/8/layout/process2"/>
    <dgm:cxn modelId="{E240535E-2AE2-4C46-8EC6-E4D2D300791F}" type="presOf" srcId="{7EFD851E-67E9-4F2B-98C5-E91BA5DB1069}" destId="{78F2DDB9-68B9-452E-AD23-C8A3B79E8302}" srcOrd="1" destOrd="0" presId="urn:microsoft.com/office/officeart/2005/8/layout/process2"/>
    <dgm:cxn modelId="{FA46020F-4432-46E8-BD03-1D3FFA07D733}" srcId="{7D41E985-5910-47F6-816D-B87DF72E4290}" destId="{51E5FF59-6B13-477D-B83D-B400AB281354}" srcOrd="2" destOrd="0" parTransId="{631BD7C1-FC9C-4992-AD9D-2C664EB45AC0}" sibTransId="{484F32A7-EF80-4D58-AF16-5647DD4E6D84}"/>
    <dgm:cxn modelId="{3A77DCEA-7251-4286-855E-0A28A7A2A36B}" type="presOf" srcId="{4775EC50-A784-4506-9C94-1303927C1C50}" destId="{8252D1A7-D8A4-4FCA-BDD5-3CC8A53FDEDB}" srcOrd="0" destOrd="0" presId="urn:microsoft.com/office/officeart/2005/8/layout/process2"/>
    <dgm:cxn modelId="{563BBD4E-CA80-4A59-9EAA-4CF86D1DDF2A}" type="presOf" srcId="{82620BE3-C3B0-47F3-8B35-37041AAF2461}" destId="{1DEC23D7-35F7-40D6-8323-1987ADA5B9F6}" srcOrd="0" destOrd="0" presId="urn:microsoft.com/office/officeart/2005/8/layout/process2"/>
    <dgm:cxn modelId="{138C700A-1367-4737-97F3-D0D36E402028}" type="presOf" srcId="{797C5FFB-F998-43A9-855B-3364A5D3C817}" destId="{FD51746B-2C20-433E-8325-06DB8229A248}" srcOrd="0" destOrd="0" presId="urn:microsoft.com/office/officeart/2005/8/layout/process2"/>
    <dgm:cxn modelId="{EFA15F94-975E-4F38-ADF5-134950FB5652}" type="presOf" srcId="{51E5FF59-6B13-477D-B83D-B400AB281354}" destId="{D55CB519-2E29-427C-9E20-A8C08FAB0728}" srcOrd="0" destOrd="0" presId="urn:microsoft.com/office/officeart/2005/8/layout/process2"/>
    <dgm:cxn modelId="{87FD49EF-6F5C-4E28-9116-261629C3D403}" type="presOf" srcId="{484F32A7-EF80-4D58-AF16-5647DD4E6D84}" destId="{08122F0E-284A-416D-8759-80913B919A7D}" srcOrd="1" destOrd="0" presId="urn:microsoft.com/office/officeart/2005/8/layout/process2"/>
    <dgm:cxn modelId="{842AC43D-CD04-4F38-9C02-EBCE368F4B22}" srcId="{7D41E985-5910-47F6-816D-B87DF72E4290}" destId="{F7634697-4B45-488E-9147-51C5A8327E07}" srcOrd="1" destOrd="0" parTransId="{D2892367-5AD1-4B7D-802E-6F3A144C0F5D}" sibTransId="{4775EC50-A784-4506-9C94-1303927C1C50}"/>
    <dgm:cxn modelId="{136CC916-03B8-4C26-810C-3DDA57EA8843}" srcId="{7D41E985-5910-47F6-816D-B87DF72E4290}" destId="{82620BE3-C3B0-47F3-8B35-37041AAF2461}" srcOrd="0" destOrd="0" parTransId="{EAC85144-5540-488E-BFF5-8B2ADBC76B66}" sibTransId="{7EFD851E-67E9-4F2B-98C5-E91BA5DB1069}"/>
    <dgm:cxn modelId="{1F1FCEBD-A8E4-4C6F-932D-4C4F89A50003}" type="presOf" srcId="{7EFD851E-67E9-4F2B-98C5-E91BA5DB1069}" destId="{695F0A32-B390-4EC8-B6C3-91DCE6BAB6BE}" srcOrd="0" destOrd="0" presId="urn:microsoft.com/office/officeart/2005/8/layout/process2"/>
    <dgm:cxn modelId="{3FF2D730-FE19-4751-82DA-685FBE2B38FD}" type="presParOf" srcId="{F5226628-50A9-46E5-87ED-4C1F505711B5}" destId="{1DEC23D7-35F7-40D6-8323-1987ADA5B9F6}" srcOrd="0" destOrd="0" presId="urn:microsoft.com/office/officeart/2005/8/layout/process2"/>
    <dgm:cxn modelId="{45DF0614-1958-43BE-A54E-3EB8DE44F803}" type="presParOf" srcId="{F5226628-50A9-46E5-87ED-4C1F505711B5}" destId="{695F0A32-B390-4EC8-B6C3-91DCE6BAB6BE}" srcOrd="1" destOrd="0" presId="urn:microsoft.com/office/officeart/2005/8/layout/process2"/>
    <dgm:cxn modelId="{7098646F-8D5D-4F1F-A7C8-D734ACF54410}" type="presParOf" srcId="{695F0A32-B390-4EC8-B6C3-91DCE6BAB6BE}" destId="{78F2DDB9-68B9-452E-AD23-C8A3B79E8302}" srcOrd="0" destOrd="0" presId="urn:microsoft.com/office/officeart/2005/8/layout/process2"/>
    <dgm:cxn modelId="{EA5F0D3D-A9A3-4D10-AF5D-A16CF7109569}" type="presParOf" srcId="{F5226628-50A9-46E5-87ED-4C1F505711B5}" destId="{9C18B2E4-6AB6-4F6D-9936-DAFDCB4FE1D4}" srcOrd="2" destOrd="0" presId="urn:microsoft.com/office/officeart/2005/8/layout/process2"/>
    <dgm:cxn modelId="{C282E455-23D5-412A-99F0-6E34D31C2F11}" type="presParOf" srcId="{F5226628-50A9-46E5-87ED-4C1F505711B5}" destId="{8252D1A7-D8A4-4FCA-BDD5-3CC8A53FDEDB}" srcOrd="3" destOrd="0" presId="urn:microsoft.com/office/officeart/2005/8/layout/process2"/>
    <dgm:cxn modelId="{189FD4F0-0CA8-4784-9FBA-B93840BAB06F}" type="presParOf" srcId="{8252D1A7-D8A4-4FCA-BDD5-3CC8A53FDEDB}" destId="{7529973E-7047-4D65-AFA8-7E07D9E8F42D}" srcOrd="0" destOrd="0" presId="urn:microsoft.com/office/officeart/2005/8/layout/process2"/>
    <dgm:cxn modelId="{4E3FBA56-AD3C-434B-A67D-ECBDCB8CF4BE}" type="presParOf" srcId="{F5226628-50A9-46E5-87ED-4C1F505711B5}" destId="{D55CB519-2E29-427C-9E20-A8C08FAB0728}" srcOrd="4" destOrd="0" presId="urn:microsoft.com/office/officeart/2005/8/layout/process2"/>
    <dgm:cxn modelId="{E29EF649-8DEB-4754-8B96-7E959ECB3001}" type="presParOf" srcId="{F5226628-50A9-46E5-87ED-4C1F505711B5}" destId="{F9940C8B-2138-4EC1-998C-00C8BCE91CE3}" srcOrd="5" destOrd="0" presId="urn:microsoft.com/office/officeart/2005/8/layout/process2"/>
    <dgm:cxn modelId="{D54A8008-AC48-47E0-B7AA-D0F6CE2865E7}" type="presParOf" srcId="{F9940C8B-2138-4EC1-998C-00C8BCE91CE3}" destId="{08122F0E-284A-416D-8759-80913B919A7D}" srcOrd="0" destOrd="0" presId="urn:microsoft.com/office/officeart/2005/8/layout/process2"/>
    <dgm:cxn modelId="{3D2D0B93-1785-4EDC-90C4-0D1196DD7B0F}" type="presParOf" srcId="{F5226628-50A9-46E5-87ED-4C1F505711B5}" destId="{FD51746B-2C20-433E-8325-06DB8229A248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0B6F43-D544-4ACA-A8AA-283C4FCBF6D5}" type="doc">
      <dgm:prSet loTypeId="urn:microsoft.com/office/officeart/2005/8/layout/chevron1" loCatId="process" qsTypeId="urn:microsoft.com/office/officeart/2005/8/quickstyle/3d1" qsCatId="3D" csTypeId="urn:microsoft.com/office/officeart/2005/8/colors/colorful5" csCatId="colorful" phldr="1"/>
      <dgm:spPr/>
    </dgm:pt>
    <dgm:pt modelId="{39F79E9E-4612-4B2D-9659-E185F5C8FB16}">
      <dgm:prSet phldrT="[Text]"/>
      <dgm:spPr/>
      <dgm:t>
        <a:bodyPr/>
        <a:lstStyle/>
        <a:p>
          <a:r>
            <a:rPr lang="en-US" dirty="0" smtClean="0"/>
            <a:t>File</a:t>
          </a:r>
          <a:endParaRPr lang="en-IN" dirty="0"/>
        </a:p>
      </dgm:t>
    </dgm:pt>
    <dgm:pt modelId="{23ACE32A-6C76-4480-BE5B-A78A539C5852}" type="parTrans" cxnId="{BBDDD6CF-E970-4BB3-98D4-E0531D55B8F9}">
      <dgm:prSet/>
      <dgm:spPr/>
      <dgm:t>
        <a:bodyPr/>
        <a:lstStyle/>
        <a:p>
          <a:endParaRPr lang="en-IN"/>
        </a:p>
      </dgm:t>
    </dgm:pt>
    <dgm:pt modelId="{55FAFC95-8203-4A0F-9334-7389CCD8F986}" type="sibTrans" cxnId="{BBDDD6CF-E970-4BB3-98D4-E0531D55B8F9}">
      <dgm:prSet/>
      <dgm:spPr/>
      <dgm:t>
        <a:bodyPr/>
        <a:lstStyle/>
        <a:p>
          <a:endParaRPr lang="en-IN"/>
        </a:p>
      </dgm:t>
    </dgm:pt>
    <dgm:pt modelId="{14F71F49-005E-4376-9A47-7BB11DC4871C}">
      <dgm:prSet phldrT="[Text]"/>
      <dgm:spPr/>
      <dgm:t>
        <a:bodyPr/>
        <a:lstStyle/>
        <a:p>
          <a:r>
            <a:rPr lang="en-US" dirty="0" smtClean="0"/>
            <a:t>FileInputStream / FileOutputStream</a:t>
          </a:r>
          <a:endParaRPr lang="en-IN" dirty="0"/>
        </a:p>
      </dgm:t>
    </dgm:pt>
    <dgm:pt modelId="{69638823-2657-437E-831F-EE7A063C3EFA}" type="parTrans" cxnId="{40D1CADB-D2E9-417E-8322-DE03ED88A975}">
      <dgm:prSet/>
      <dgm:spPr/>
      <dgm:t>
        <a:bodyPr/>
        <a:lstStyle/>
        <a:p>
          <a:endParaRPr lang="en-IN"/>
        </a:p>
      </dgm:t>
    </dgm:pt>
    <dgm:pt modelId="{A23BC855-3C2F-4687-8761-F18B5792D010}" type="sibTrans" cxnId="{40D1CADB-D2E9-417E-8322-DE03ED88A975}">
      <dgm:prSet/>
      <dgm:spPr/>
      <dgm:t>
        <a:bodyPr/>
        <a:lstStyle/>
        <a:p>
          <a:endParaRPr lang="en-IN"/>
        </a:p>
      </dgm:t>
    </dgm:pt>
    <dgm:pt modelId="{2BC02D58-3E5A-4D7A-A224-9197F4AB4BDE}" type="pres">
      <dgm:prSet presAssocID="{3D0B6F43-D544-4ACA-A8AA-283C4FCBF6D5}" presName="Name0" presStyleCnt="0">
        <dgm:presLayoutVars>
          <dgm:dir/>
          <dgm:animLvl val="lvl"/>
          <dgm:resizeHandles val="exact"/>
        </dgm:presLayoutVars>
      </dgm:prSet>
      <dgm:spPr/>
    </dgm:pt>
    <dgm:pt modelId="{F4FC67C5-5DED-4BE3-B37E-0F9B37FE0D82}" type="pres">
      <dgm:prSet presAssocID="{39F79E9E-4612-4B2D-9659-E185F5C8FB16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FC7CB5A8-1E33-4F60-A91B-477816AABF00}" type="pres">
      <dgm:prSet presAssocID="{55FAFC95-8203-4A0F-9334-7389CCD8F986}" presName="parTxOnlySpace" presStyleCnt="0"/>
      <dgm:spPr/>
    </dgm:pt>
    <dgm:pt modelId="{3051FF72-8CFD-4C8A-ADA7-6DD1A9452970}" type="pres">
      <dgm:prSet presAssocID="{14F71F49-005E-4376-9A47-7BB11DC4871C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9A80527E-EA87-401F-8723-A0B4314E15BD}" type="presOf" srcId="{14F71F49-005E-4376-9A47-7BB11DC4871C}" destId="{3051FF72-8CFD-4C8A-ADA7-6DD1A9452970}" srcOrd="0" destOrd="0" presId="urn:microsoft.com/office/officeart/2005/8/layout/chevron1"/>
    <dgm:cxn modelId="{40D1CADB-D2E9-417E-8322-DE03ED88A975}" srcId="{3D0B6F43-D544-4ACA-A8AA-283C4FCBF6D5}" destId="{14F71F49-005E-4376-9A47-7BB11DC4871C}" srcOrd="1" destOrd="0" parTransId="{69638823-2657-437E-831F-EE7A063C3EFA}" sibTransId="{A23BC855-3C2F-4687-8761-F18B5792D010}"/>
    <dgm:cxn modelId="{BBDDD6CF-E970-4BB3-98D4-E0531D55B8F9}" srcId="{3D0B6F43-D544-4ACA-A8AA-283C4FCBF6D5}" destId="{39F79E9E-4612-4B2D-9659-E185F5C8FB16}" srcOrd="0" destOrd="0" parTransId="{23ACE32A-6C76-4480-BE5B-A78A539C5852}" sibTransId="{55FAFC95-8203-4A0F-9334-7389CCD8F986}"/>
    <dgm:cxn modelId="{39987F3C-F163-4118-8693-04B547D89244}" type="presOf" srcId="{3D0B6F43-D544-4ACA-A8AA-283C4FCBF6D5}" destId="{2BC02D58-3E5A-4D7A-A224-9197F4AB4BDE}" srcOrd="0" destOrd="0" presId="urn:microsoft.com/office/officeart/2005/8/layout/chevron1"/>
    <dgm:cxn modelId="{663A2287-3E0E-439F-84C4-C1A7AA64F6A6}" type="presOf" srcId="{39F79E9E-4612-4B2D-9659-E185F5C8FB16}" destId="{F4FC67C5-5DED-4BE3-B37E-0F9B37FE0D82}" srcOrd="0" destOrd="0" presId="urn:microsoft.com/office/officeart/2005/8/layout/chevron1"/>
    <dgm:cxn modelId="{3C3FBB89-6A13-4F72-AD57-AE405A3BC161}" type="presParOf" srcId="{2BC02D58-3E5A-4D7A-A224-9197F4AB4BDE}" destId="{F4FC67C5-5DED-4BE3-B37E-0F9B37FE0D82}" srcOrd="0" destOrd="0" presId="urn:microsoft.com/office/officeart/2005/8/layout/chevron1"/>
    <dgm:cxn modelId="{E261FFC1-E24E-4941-AB64-5C18277421BD}" type="presParOf" srcId="{2BC02D58-3E5A-4D7A-A224-9197F4AB4BDE}" destId="{FC7CB5A8-1E33-4F60-A91B-477816AABF00}" srcOrd="1" destOrd="0" presId="urn:microsoft.com/office/officeart/2005/8/layout/chevron1"/>
    <dgm:cxn modelId="{27FFFE48-89FD-4F63-9221-E9CFD6B79B38}" type="presParOf" srcId="{2BC02D58-3E5A-4D7A-A224-9197F4AB4BDE}" destId="{3051FF72-8CFD-4C8A-ADA7-6DD1A9452970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EC23D7-35F7-40D6-8323-1987ADA5B9F6}">
      <dsp:nvSpPr>
        <dsp:cNvPr id="0" name=""/>
        <dsp:cNvSpPr/>
      </dsp:nvSpPr>
      <dsp:spPr>
        <a:xfrm>
          <a:off x="466843" y="2336"/>
          <a:ext cx="1564814" cy="8693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Workbook</a:t>
          </a:r>
          <a:endParaRPr lang="en-IN" sz="2300" kern="1200" dirty="0"/>
        </a:p>
      </dsp:txBody>
      <dsp:txXfrm>
        <a:off x="492305" y="27798"/>
        <a:ext cx="1513890" cy="818417"/>
      </dsp:txXfrm>
    </dsp:sp>
    <dsp:sp modelId="{695F0A32-B390-4EC8-B6C3-91DCE6BAB6BE}">
      <dsp:nvSpPr>
        <dsp:cNvPr id="0" name=""/>
        <dsp:cNvSpPr/>
      </dsp:nvSpPr>
      <dsp:spPr>
        <a:xfrm rot="5400000">
          <a:off x="1086249" y="893411"/>
          <a:ext cx="326002" cy="391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 rot="-5400000">
        <a:off x="1131890" y="926012"/>
        <a:ext cx="234721" cy="228201"/>
      </dsp:txXfrm>
    </dsp:sp>
    <dsp:sp modelId="{9C18B2E4-6AB6-4F6D-9936-DAFDCB4FE1D4}">
      <dsp:nvSpPr>
        <dsp:cNvPr id="0" name=""/>
        <dsp:cNvSpPr/>
      </dsp:nvSpPr>
      <dsp:spPr>
        <a:xfrm>
          <a:off x="466843" y="1306348"/>
          <a:ext cx="1564814" cy="8693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Sheet</a:t>
          </a:r>
          <a:endParaRPr lang="en-IN" sz="2300" kern="1200" dirty="0"/>
        </a:p>
      </dsp:txBody>
      <dsp:txXfrm>
        <a:off x="492305" y="1331810"/>
        <a:ext cx="1513890" cy="818417"/>
      </dsp:txXfrm>
    </dsp:sp>
    <dsp:sp modelId="{8252D1A7-D8A4-4FCA-BDD5-3CC8A53FDEDB}">
      <dsp:nvSpPr>
        <dsp:cNvPr id="0" name=""/>
        <dsp:cNvSpPr/>
      </dsp:nvSpPr>
      <dsp:spPr>
        <a:xfrm rot="5400000">
          <a:off x="1086249" y="2197423"/>
          <a:ext cx="326002" cy="391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 rot="-5400000">
        <a:off x="1131890" y="2230024"/>
        <a:ext cx="234721" cy="228201"/>
      </dsp:txXfrm>
    </dsp:sp>
    <dsp:sp modelId="{D55CB519-2E29-427C-9E20-A8C08FAB0728}">
      <dsp:nvSpPr>
        <dsp:cNvPr id="0" name=""/>
        <dsp:cNvSpPr/>
      </dsp:nvSpPr>
      <dsp:spPr>
        <a:xfrm>
          <a:off x="466843" y="2610360"/>
          <a:ext cx="1564814" cy="8693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Row</a:t>
          </a:r>
          <a:endParaRPr lang="en-IN" sz="2300" kern="1200" dirty="0"/>
        </a:p>
      </dsp:txBody>
      <dsp:txXfrm>
        <a:off x="492305" y="2635822"/>
        <a:ext cx="1513890" cy="818417"/>
      </dsp:txXfrm>
    </dsp:sp>
    <dsp:sp modelId="{F9940C8B-2138-4EC1-998C-00C8BCE91CE3}">
      <dsp:nvSpPr>
        <dsp:cNvPr id="0" name=""/>
        <dsp:cNvSpPr/>
      </dsp:nvSpPr>
      <dsp:spPr>
        <a:xfrm rot="5400000">
          <a:off x="1086249" y="3501435"/>
          <a:ext cx="326002" cy="39120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4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700" kern="1200"/>
        </a:p>
      </dsp:txBody>
      <dsp:txXfrm rot="-5400000">
        <a:off x="1131890" y="3534036"/>
        <a:ext cx="234721" cy="228201"/>
      </dsp:txXfrm>
    </dsp:sp>
    <dsp:sp modelId="{FD51746B-2C20-433E-8325-06DB8229A248}">
      <dsp:nvSpPr>
        <dsp:cNvPr id="0" name=""/>
        <dsp:cNvSpPr/>
      </dsp:nvSpPr>
      <dsp:spPr>
        <a:xfrm>
          <a:off x="466843" y="3914372"/>
          <a:ext cx="1564814" cy="8693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Cell</a:t>
          </a:r>
          <a:endParaRPr lang="en-IN" sz="2300" kern="1200" dirty="0"/>
        </a:p>
      </dsp:txBody>
      <dsp:txXfrm>
        <a:off x="492305" y="3939834"/>
        <a:ext cx="1513890" cy="818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C67C5-5DED-4BE3-B37E-0F9B37FE0D82}">
      <dsp:nvSpPr>
        <dsp:cNvPr id="0" name=""/>
        <dsp:cNvSpPr/>
      </dsp:nvSpPr>
      <dsp:spPr>
        <a:xfrm>
          <a:off x="6429" y="0"/>
          <a:ext cx="3843337" cy="690570"/>
        </a:xfrm>
        <a:prstGeom prst="chevron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5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File</a:t>
          </a:r>
          <a:endParaRPr lang="en-IN" sz="2300" kern="1200" dirty="0"/>
        </a:p>
      </dsp:txBody>
      <dsp:txXfrm>
        <a:off x="351714" y="0"/>
        <a:ext cx="3152767" cy="690570"/>
      </dsp:txXfrm>
    </dsp:sp>
    <dsp:sp modelId="{3051FF72-8CFD-4C8A-ADA7-6DD1A9452970}">
      <dsp:nvSpPr>
        <dsp:cNvPr id="0" name=""/>
        <dsp:cNvSpPr/>
      </dsp:nvSpPr>
      <dsp:spPr>
        <a:xfrm>
          <a:off x="3465433" y="0"/>
          <a:ext cx="3843337" cy="690570"/>
        </a:xfrm>
        <a:prstGeom prst="chevron">
          <a:avLst/>
        </a:prstGeom>
        <a:gradFill rotWithShape="0">
          <a:gsLst>
            <a:gs pos="0">
              <a:schemeClr val="accent5">
                <a:hueOff val="2495256"/>
                <a:satOff val="-50489"/>
                <a:lumOff val="1569"/>
                <a:alphaOff val="0"/>
                <a:tint val="96000"/>
                <a:lumMod val="100000"/>
              </a:schemeClr>
            </a:gs>
            <a:gs pos="78000">
              <a:schemeClr val="accent5">
                <a:hueOff val="2495256"/>
                <a:satOff val="-50489"/>
                <a:lumOff val="1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FileInputStream / FileOutputStream</a:t>
          </a:r>
          <a:endParaRPr lang="en-IN" sz="2300" kern="1200" dirty="0"/>
        </a:p>
      </dsp:txBody>
      <dsp:txXfrm>
        <a:off x="3810718" y="0"/>
        <a:ext cx="3152767" cy="690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Reading the data from Excel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Writing the data to Excel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944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Workbook (Excel file)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that can hold the data</a:t>
            </a: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1805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Stream – </a:t>
            </a:r>
            <a:r>
              <a:rPr lang="en-US" sz="2000" dirty="0" smtClean="0"/>
              <a:t>it is channel / flow of the data from application to memory &amp; memory to application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65915" y="2163651"/>
            <a:ext cx="2369713" cy="4121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959143" y="2163651"/>
            <a:ext cx="2266681" cy="412123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335628" y="2498501"/>
            <a:ext cx="4623515" cy="150682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335627" y="4573431"/>
            <a:ext cx="4623515" cy="149394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00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Apache POI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65915" y="2163651"/>
            <a:ext cx="2369713" cy="41212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7959143" y="2163651"/>
            <a:ext cx="2266681" cy="4121239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4617076" y="3213278"/>
            <a:ext cx="2060619" cy="20219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Apache POI</a:t>
            </a:r>
          </a:p>
          <a:p>
            <a:pPr algn="ctr"/>
            <a:r>
              <a:rPr lang="en-US" dirty="0" smtClean="0"/>
              <a:t>(API)</a:t>
            </a:r>
            <a:endParaRPr lang="en-IN" dirty="0"/>
          </a:p>
        </p:txBody>
      </p:sp>
      <p:cxnSp>
        <p:nvCxnSpPr>
          <p:cNvPr id="10" name="Straight Arrow Connector 9"/>
          <p:cNvCxnSpPr>
            <a:stCxn id="8" idx="6"/>
            <a:endCxn id="5" idx="2"/>
          </p:cNvCxnSpPr>
          <p:nvPr/>
        </p:nvCxnSpPr>
        <p:spPr>
          <a:xfrm>
            <a:off x="6677695" y="4224270"/>
            <a:ext cx="1281448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4" idx="3"/>
            <a:endCxn id="8" idx="2"/>
          </p:cNvCxnSpPr>
          <p:nvPr/>
        </p:nvCxnSpPr>
        <p:spPr>
          <a:xfrm flipV="1">
            <a:off x="3335628" y="4224270"/>
            <a:ext cx="1281448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13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Hierarchy </a:t>
            </a:r>
            <a:endParaRPr lang="en-IN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2289143170"/>
              </p:ext>
            </p:extLst>
          </p:nvPr>
        </p:nvGraphicFramePr>
        <p:xfrm>
          <a:off x="7624292" y="1751527"/>
          <a:ext cx="2498501" cy="4786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754074204"/>
              </p:ext>
            </p:extLst>
          </p:nvPr>
        </p:nvGraphicFramePr>
        <p:xfrm>
          <a:off x="489397" y="1725768"/>
          <a:ext cx="7315200" cy="6905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75149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108</TotalTime>
  <Words>92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Data Driven Framework</vt:lpstr>
      <vt:lpstr>Excel File</vt:lpstr>
      <vt:lpstr>Stream – it is channel / flow of the data from application to memory &amp; memory to application</vt:lpstr>
      <vt:lpstr>Apache POI</vt:lpstr>
      <vt:lpstr>Class Hierarchy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6</cp:revision>
  <dcterms:created xsi:type="dcterms:W3CDTF">2026-04-05T06:00:06Z</dcterms:created>
  <dcterms:modified xsi:type="dcterms:W3CDTF">2026-04-05T07:48:44Z</dcterms:modified>
</cp:coreProperties>
</file>